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61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4" r:id="rId1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6DE0ACA-03BC-46D6-9D4D-3FE672280FD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B932CF5-990D-4109-834E-B5F479C67FEC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111CD9-D0AF-457D-9A4F-98FC04BC9A3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F803718-B8BF-497F-A984-712BA1ED5D2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C4CC7DF-1A0F-4CAC-8445-C88DCF9CF90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FF3E4A3-4C94-4785-A0E6-29AA5BBC5DE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1731DF4-7314-4F43-ADF2-78EF8CAAEF2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1AC3676-484E-4704-B7A7-7DB709AE210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CAE218-CAC7-47E3-A7FE-2C38C494088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2D5E523-FFA3-4105-8C15-30B5DC71F89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5DD45FD-2B75-46F3-8500-1CA3B0C5D65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2FD64C0-15F1-471C-9E50-9DE70748CF5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6"/>
          <p:cNvSpPr/>
          <p:nvPr/>
        </p:nvSpPr>
        <p:spPr>
          <a:xfrm>
            <a:off x="9867960" y="365040"/>
            <a:ext cx="2323440" cy="729360"/>
          </a:xfrm>
          <a:prstGeom prst="roundRect">
            <a:avLst>
              <a:gd name="adj" fmla="val 16667"/>
            </a:avLst>
          </a:prstGeom>
          <a:blipFill rotWithShape="0">
            <a:blip r:embed="rId14"/>
            <a:srcRect/>
            <a:stretch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/>
          </p:nvPr>
        </p:nvSpPr>
        <p:spPr>
          <a:xfrm>
            <a:off x="0" y="1537920"/>
            <a:ext cx="12191400" cy="531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20000"/>
          </a:bodyPr>
          <a:lstStyle/>
          <a:p>
            <a:pPr marL="246960" indent="0" algn="ctr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spc="-1" dirty="0">
                <a:solidFill>
                  <a:srgbClr val="333333"/>
                </a:solidFill>
                <a:latin typeface="Times New Roman"/>
              </a:rPr>
              <a:t>Medhasvi-2410030040</a:t>
            </a:r>
          </a:p>
          <a:p>
            <a:pPr marL="246960" indent="0" algn="ctr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Meghana-2410030136</a:t>
            </a:r>
          </a:p>
          <a:p>
            <a:pPr marL="246960" indent="0" algn="ctr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8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Rohini-2410030516</a:t>
            </a:r>
            <a:endParaRPr lang="en-IN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6960" indent="0" algn="just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Under the Guidance of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&lt;</a:t>
            </a:r>
            <a:r>
              <a:rPr lang="en-US" sz="1800" b="0" strike="noStrike" spc="-1" dirty="0" err="1">
                <a:solidFill>
                  <a:srgbClr val="333333"/>
                </a:solidFill>
                <a:latin typeface="Times New Roman"/>
              </a:rPr>
              <a:t>Mr.Chiranjeevi</a:t>
            </a: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&gt;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&lt;Designation&gt;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333333"/>
                </a:solidFill>
                <a:latin typeface="inter-regular"/>
              </a:rPr>
              <a:t>Computer Science and Engineering Department 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333333"/>
                </a:solidFill>
                <a:latin typeface="inter-regular"/>
              </a:rPr>
              <a:t>KL Hyderabad Off Campus, Aziz Nagar ,Hyderabad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68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strike="noStrike" spc="-1" dirty="0">
                <a:solidFill>
                  <a:srgbClr val="000000"/>
                </a:solidFill>
                <a:latin typeface="Calibri Light"/>
              </a:rPr>
              <a:t>Review-4 on</a:t>
            </a:r>
            <a:br>
              <a:rPr sz="4000" dirty="0"/>
            </a:br>
            <a:r>
              <a:rPr lang="en-US" sz="4000" b="0" strike="noStrike" spc="-1" dirty="0" err="1">
                <a:solidFill>
                  <a:srgbClr val="000000"/>
                </a:solidFill>
                <a:latin typeface="Calibri Light"/>
              </a:rPr>
              <a:t>PastPaperPro</a:t>
            </a:r>
            <a:endParaRPr lang="en-IN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17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Overview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Introduction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Objectives of the Project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Proposed Methodology/Architecture/Algorithm/Technique/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imes New Roman"/>
              </a:rPr>
              <a:t>etc</a:t>
            </a:r>
            <a:endParaRPr lang="en-US" sz="24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Implementation Details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Results </a:t>
            </a: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(If any one objective is completed)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References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Introduction</a:t>
            </a:r>
            <a:endParaRPr lang="en-IN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3876FB-9A3C-3C01-A8CD-3B5B85972CCC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796412" y="1362452"/>
            <a:ext cx="102747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PPP Hub is a web-based portal designed to provide access to previous year question papers in one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allows students to view and download papers easily during exam preparation.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Faculty members can securely upload and manage question papers for specific branches and subjects.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uses role-based authentication — only verified student and faculty emails can access respective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helps in organizing and managing academic resources efficiently.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Objectives of the Project</a:t>
            </a: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r>
              <a:rPr lang="en-US" dirty="0"/>
              <a:t>To create a centralized digital platform where students can easily access, view, and download previous year question papers for various subjects and branches.</a:t>
            </a:r>
          </a:p>
          <a:p>
            <a:r>
              <a:rPr lang="en-US" dirty="0"/>
              <a:t>To enable faculty members to securely upload and manage question papers through a role-based authentication system.</a:t>
            </a:r>
          </a:p>
          <a:p>
            <a:r>
              <a:rPr lang="en-US" dirty="0"/>
              <a:t>To ensure quick and organized retrieval of academic resources using filters such as branch, year, and subject.</a:t>
            </a:r>
          </a:p>
          <a:p>
            <a:r>
              <a:rPr lang="en-US" dirty="0"/>
              <a:t>To provide a simple, responsive, and user-friendly interface that enhances the overall user experience.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27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strike="noStrike" spc="-1" dirty="0">
                <a:solidFill>
                  <a:srgbClr val="000000"/>
                </a:solidFill>
                <a:latin typeface="Times New Roman"/>
              </a:rPr>
              <a:t>Proposed Methodology/Architecture/Algorithm/Technique/</a:t>
            </a:r>
            <a:r>
              <a:rPr lang="en-US" sz="4000" b="0" strike="noStrike" spc="-1" dirty="0" err="1">
                <a:solidFill>
                  <a:srgbClr val="000000"/>
                </a:solidFill>
                <a:latin typeface="Times New Roman"/>
              </a:rPr>
              <a:t>etc</a:t>
            </a:r>
            <a:endParaRPr lang="en-US" sz="40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357FDF50-388D-F7E2-0A16-7DE954FDD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334" r="35" b="11972"/>
          <a:stretch/>
        </p:blipFill>
        <p:spPr>
          <a:xfrm>
            <a:off x="442453" y="1455174"/>
            <a:ext cx="10677831" cy="4267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Implementation Details</a:t>
            </a: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5AACD8-6906-A9ED-8927-CA16E7767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77" r="-2331" b="7112"/>
          <a:stretch/>
        </p:blipFill>
        <p:spPr>
          <a:xfrm>
            <a:off x="526321" y="393289"/>
            <a:ext cx="11139360" cy="665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8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Results</a:t>
            </a: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6320" y="1170043"/>
            <a:ext cx="11498400" cy="547655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en-US" dirty="0"/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13914-2C0E-B3F0-B09F-9D8384CCA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93179B-B6A1-A60F-6754-ACE4D8385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652" y="-669753"/>
            <a:ext cx="124820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6F2893-78C1-65FC-C478-8D90C12D0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" y="1021738"/>
            <a:ext cx="12192000" cy="592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2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2C76-B08D-94B0-6E29-06ADBCE64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>
            <a:extLst>
              <a:ext uri="{FF2B5EF4-FFF2-40B4-BE49-F238E27FC236}">
                <a16:creationId xmlns:a16="http://schemas.microsoft.com/office/drawing/2014/main" id="{A255B24D-62DB-806D-9222-258EBAEE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Results</a:t>
            </a:r>
          </a:p>
        </p:txBody>
      </p:sp>
      <p:sp>
        <p:nvSpPr>
          <p:cNvPr id="53" name="PlaceHolder 2">
            <a:extLst>
              <a:ext uri="{FF2B5EF4-FFF2-40B4-BE49-F238E27FC236}">
                <a16:creationId xmlns:a16="http://schemas.microsoft.com/office/drawing/2014/main" id="{1B8ECC93-C6E3-549B-0CAF-9F2BA06C3C1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6320" y="1170043"/>
            <a:ext cx="11498400" cy="547655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en-US" dirty="0"/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F1EB6E-EAA8-D53F-0A3D-DD095037F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E8C0D1-D984-3C75-8D8C-F4C591066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652" y="-669753"/>
            <a:ext cx="124820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CFBD8-0D0E-8A22-5CDD-7EB674953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" y="1170043"/>
            <a:ext cx="12192000" cy="583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565AA-14CB-8938-6F79-9778ECC49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>
            <a:extLst>
              <a:ext uri="{FF2B5EF4-FFF2-40B4-BE49-F238E27FC236}">
                <a16:creationId xmlns:a16="http://schemas.microsoft.com/office/drawing/2014/main" id="{B35A4F7F-1AE3-9677-AE6E-D4E2690A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Results</a:t>
            </a:r>
          </a:p>
        </p:txBody>
      </p:sp>
      <p:sp>
        <p:nvSpPr>
          <p:cNvPr id="53" name="PlaceHolder 2">
            <a:extLst>
              <a:ext uri="{FF2B5EF4-FFF2-40B4-BE49-F238E27FC236}">
                <a16:creationId xmlns:a16="http://schemas.microsoft.com/office/drawing/2014/main" id="{B6722CA4-77CA-6E4B-9CFD-A80CF656629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6320" y="1170043"/>
            <a:ext cx="11498400" cy="547655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en-US" dirty="0"/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5813A4-2D3D-B204-44E9-B33735474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340F0C-0472-DC22-DE08-89A934162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652" y="-669753"/>
            <a:ext cx="124820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71B5BA-83FA-C657-5CBA-F2E69E65D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0" y="1058728"/>
            <a:ext cx="12192000" cy="585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1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4340D-4897-FAEA-E922-6DABF7123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>
            <a:extLst>
              <a:ext uri="{FF2B5EF4-FFF2-40B4-BE49-F238E27FC236}">
                <a16:creationId xmlns:a16="http://schemas.microsoft.com/office/drawing/2014/main" id="{2857B3B1-6047-92E0-2E37-458FAC41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92462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Results</a:t>
            </a:r>
          </a:p>
        </p:txBody>
      </p:sp>
      <p:sp>
        <p:nvSpPr>
          <p:cNvPr id="53" name="PlaceHolder 2">
            <a:extLst>
              <a:ext uri="{FF2B5EF4-FFF2-40B4-BE49-F238E27FC236}">
                <a16:creationId xmlns:a16="http://schemas.microsoft.com/office/drawing/2014/main" id="{50051ACD-CBDE-ACB0-9C40-6DAD7EB54C7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6320" y="1170043"/>
            <a:ext cx="11498400" cy="547655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en-US" dirty="0"/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77D973-0022-2981-F20B-3444DAB41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333968-4A0B-3C5D-722D-F01EFB8CE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652" y="-669753"/>
            <a:ext cx="124820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17E4F5-BC93-D80A-67C8-BD06DC98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0" y="1170043"/>
            <a:ext cx="12192000" cy="592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31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7B6F3-D3B0-E66C-9115-48DA67336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>
            <a:extLst>
              <a:ext uri="{FF2B5EF4-FFF2-40B4-BE49-F238E27FC236}">
                <a16:creationId xmlns:a16="http://schemas.microsoft.com/office/drawing/2014/main" id="{0FBBA808-158F-D273-F0A1-226770277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92462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Results</a:t>
            </a:r>
          </a:p>
        </p:txBody>
      </p:sp>
      <p:sp>
        <p:nvSpPr>
          <p:cNvPr id="53" name="PlaceHolder 2">
            <a:extLst>
              <a:ext uri="{FF2B5EF4-FFF2-40B4-BE49-F238E27FC236}">
                <a16:creationId xmlns:a16="http://schemas.microsoft.com/office/drawing/2014/main" id="{C6D9F5E6-F6AE-2BB8-2E3E-443D2FE1F7E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6320" y="1170043"/>
            <a:ext cx="11498400" cy="547655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en-US" dirty="0"/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651DF0-3824-8FE9-70BE-7B7B85C64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95227E-DF45-2107-913C-1C30D3967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652" y="-669753"/>
            <a:ext cx="124820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6F46C-565E-1BF9-825E-A62B2E80D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346"/>
            <a:ext cx="12192000" cy="594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56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8FAC9-0369-19C4-05A9-959A5466D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>
            <a:extLst>
              <a:ext uri="{FF2B5EF4-FFF2-40B4-BE49-F238E27FC236}">
                <a16:creationId xmlns:a16="http://schemas.microsoft.com/office/drawing/2014/main" id="{34BE7C4D-3D2A-0746-95FD-11924977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92462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Results</a:t>
            </a:r>
          </a:p>
        </p:txBody>
      </p:sp>
      <p:sp>
        <p:nvSpPr>
          <p:cNvPr id="53" name="PlaceHolder 2">
            <a:extLst>
              <a:ext uri="{FF2B5EF4-FFF2-40B4-BE49-F238E27FC236}">
                <a16:creationId xmlns:a16="http://schemas.microsoft.com/office/drawing/2014/main" id="{8CD94645-474E-8534-13F1-229A84CD884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6320" y="1170043"/>
            <a:ext cx="11498400" cy="547655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en-US" dirty="0"/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12D1B-0C6F-26CC-55E2-A76F0BEA8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4F6850-8E47-EF9C-23B6-DFDFE1C3E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652" y="-669753"/>
            <a:ext cx="124820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only authorized users to perform specific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9CA0B-EF4C-A021-D75D-E957412CA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0" y="1020727"/>
            <a:ext cx="12192000" cy="595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17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/>
          </p:nvPr>
        </p:nvSpPr>
        <p:spPr>
          <a:xfrm>
            <a:off x="838080" y="817560"/>
            <a:ext cx="10514880" cy="535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6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6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</a:rPr>
              <a:t>Thank you</a:t>
            </a:r>
            <a:endParaRPr lang="en-IN" sz="6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Words>431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inter-regular</vt:lpstr>
      <vt:lpstr>Symbol</vt:lpstr>
      <vt:lpstr>Times New Roman</vt:lpstr>
      <vt:lpstr>Wingdings</vt:lpstr>
      <vt:lpstr>Office Theme</vt:lpstr>
      <vt:lpstr>Review-4 on PastPaperPro</vt:lpstr>
      <vt:lpstr>Overview</vt:lpstr>
      <vt:lpstr>Introduction</vt:lpstr>
      <vt:lpstr>Objectives of the Project</vt:lpstr>
      <vt:lpstr>Proposed Methodology/Architecture/Algorithm/Technique/etc</vt:lpstr>
      <vt:lpstr>Implementation Details</vt:lpstr>
      <vt:lpstr>Results</vt:lpstr>
      <vt:lpstr>Results</vt:lpstr>
      <vt:lpstr>Results</vt:lpstr>
      <vt:lpstr>Results</vt:lpstr>
      <vt:lpstr>Results</vt:lpstr>
      <vt:lpstr>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Management in JDBC</dc:title>
  <dc:subject/>
  <dc:creator>Chiranjeevi Lect</dc:creator>
  <dc:description/>
  <cp:lastModifiedBy>harshit h</cp:lastModifiedBy>
  <cp:revision>14</cp:revision>
  <dcterms:created xsi:type="dcterms:W3CDTF">2023-08-05T05:18:30Z</dcterms:created>
  <dcterms:modified xsi:type="dcterms:W3CDTF">2025-11-14T04:54:41Z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